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2" r:id="rId4"/>
  </p:sldMasterIdLst>
  <p:notesMasterIdLst>
    <p:notesMasterId r:id="rId9"/>
  </p:notesMasterIdLst>
  <p:handoutMasterIdLst>
    <p:handoutMasterId r:id="rId10"/>
  </p:handoutMasterIdLst>
  <p:sldIdLst>
    <p:sldId id="2561" r:id="rId5"/>
    <p:sldId id="2562" r:id="rId6"/>
    <p:sldId id="2563" r:id="rId7"/>
    <p:sldId id="25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dit Evidence Automation Slide Deck" id="{0CD27831-09A0-468C-ACC2-B401D7C0F224}">
          <p14:sldIdLst>
            <p14:sldId id="2561"/>
          </p14:sldIdLst>
        </p14:section>
        <p14:section name="Audit Evidence Automation Overview" id="{707094EC-A112-456C-A232-BAB46E57093A}">
          <p14:sldIdLst>
            <p14:sldId id="2562"/>
            <p14:sldId id="2563"/>
            <p14:sldId id="256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BD9"/>
    <a:srgbClr val="FFE6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46A419-97CA-4884-8EFC-ED3F1130E5AA}" v="7" dt="2026-03-24T07:39:40.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62" autoAdjust="0"/>
    <p:restoredTop sz="94749"/>
  </p:normalViewPr>
  <p:slideViewPr>
    <p:cSldViewPr showGuides="1">
      <p:cViewPr>
        <p:scale>
          <a:sx n="100" d="100"/>
          <a:sy n="100" d="100"/>
        </p:scale>
        <p:origin x="-802" y="-389"/>
      </p:cViewPr>
      <p:guideLst>
        <p:guide orient="horz" pos="2160"/>
        <p:guide pos="3840"/>
      </p:guideLst>
    </p:cSldViewPr>
  </p:slideViewPr>
  <p:notesTextViewPr>
    <p:cViewPr>
      <p:scale>
        <a:sx n="1" d="1"/>
        <a:sy n="1" d="1"/>
      </p:scale>
      <p:origin x="0" y="0"/>
    </p:cViewPr>
  </p:notesTextViewPr>
  <p:sorterViewPr>
    <p:cViewPr>
      <p:scale>
        <a:sx n="1" d="1"/>
        <a:sy n="1" d="1"/>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846A419-97CA-4884-8EFC-ED3F1130E5AA}"/>
    <pc:docChg chg="addSld delSld modSld addSection">
      <pc:chgData name="" userId="" providerId="" clId="Web-{F846A419-97CA-4884-8EFC-ED3F1130E5AA}" dt="2026-03-24T07:39:40.658" v="7" actId="34807"/>
      <pc:docMkLst>
        <pc:docMk/>
      </pc:docMkLst>
      <pc:sldChg chg="del">
        <pc:chgData name="" userId="" providerId="" clId="Web-{F846A419-97CA-4884-8EFC-ED3F1130E5AA}" dt="2026-03-24T07:39:40.627" v="0" actId="34807"/>
        <pc:sldMkLst>
          <pc:docMk/>
          <pc:sldMk cId="1744119686" sldId="351"/>
        </pc:sldMkLst>
      </pc:sldChg>
      <pc:sldChg chg="modSp add mod modClrScheme addAnim chgLayout">
        <pc:chgData name="" userId="" providerId="" clId="Web-{F846A419-97CA-4884-8EFC-ED3F1130E5AA}" dt="2026-03-24T07:39:40.658" v="4" actId="34807"/>
        <pc:sldMkLst>
          <pc:docMk/>
          <pc:sldMk cId="4149528546" sldId="2561"/>
        </pc:sldMkLst>
        <pc:spChg chg="mod">
          <ac:chgData name="" userId="" providerId="" clId="Web-{F846A419-97CA-4884-8EFC-ED3F1130E5AA}" dt="2026-03-24T07:39:40.658" v="1" actId="34807"/>
          <ac:spMkLst>
            <pc:docMk/>
            <pc:sldMk cId="4149528546" sldId="2561"/>
            <ac:spMk id="2" creationId="{9F38C859-68EF-9440-6BB6-79A25B726E7F}"/>
          </ac:spMkLst>
        </pc:spChg>
        <pc:spChg chg="mod">
          <ac:chgData name="" userId="" providerId="" clId="Web-{F846A419-97CA-4884-8EFC-ED3F1130E5AA}" dt="2026-03-24T07:39:40.658" v="1" actId="34807"/>
          <ac:spMkLst>
            <pc:docMk/>
            <pc:sldMk cId="4149528546" sldId="2561"/>
            <ac:spMk id="3" creationId="{770E00D1-87B3-327E-B09B-544FFF389349}"/>
          </ac:spMkLst>
        </pc:spChg>
        <pc:picChg chg="mod">
          <ac:chgData name="" userId="" providerId="" clId="Web-{F846A419-97CA-4884-8EFC-ED3F1130E5AA}" dt="2026-03-24T07:39:40.658" v="1" actId="34807"/>
          <ac:picMkLst>
            <pc:docMk/>
            <pc:sldMk cId="4149528546" sldId="2561"/>
            <ac:picMk id="4" creationId="{5CAEF33B-DE8C-40CC-A2C9-164A3ABB17BC}"/>
          </ac:picMkLst>
        </pc:picChg>
      </pc:sldChg>
      <pc:sldChg chg="modSp add mod modTransition addAnim chgLayout">
        <pc:chgData name="" userId="" providerId="" clId="Web-{F846A419-97CA-4884-8EFC-ED3F1130E5AA}" dt="2026-03-24T07:39:40.658" v="5" actId="34807"/>
        <pc:sldMkLst>
          <pc:docMk/>
          <pc:sldMk cId="324544983" sldId="2562"/>
        </pc:sldMkLst>
        <pc:spChg chg="mod">
          <ac:chgData name="" userId="" providerId="" clId="Web-{F846A419-97CA-4884-8EFC-ED3F1130E5AA}" dt="2026-03-24T07:39:40.658" v="1" actId="34807"/>
          <ac:spMkLst>
            <pc:docMk/>
            <pc:sldMk cId="324544983" sldId="2562"/>
            <ac:spMk id="2" creationId="{F2007758-2927-3115-AE32-3FF3C7A1306E}"/>
          </ac:spMkLst>
        </pc:spChg>
      </pc:sldChg>
      <pc:sldChg chg="modSp add mod modTransition modClrScheme addAnim chgLayout">
        <pc:chgData name="" userId="" providerId="" clId="Web-{F846A419-97CA-4884-8EFC-ED3F1130E5AA}" dt="2026-03-24T07:39:40.658" v="6" actId="34807"/>
        <pc:sldMkLst>
          <pc:docMk/>
          <pc:sldMk cId="3027104416" sldId="2563"/>
        </pc:sldMkLst>
        <pc:spChg chg="mod">
          <ac:chgData name="" userId="" providerId="" clId="Web-{F846A419-97CA-4884-8EFC-ED3F1130E5AA}" dt="2026-03-24T07:39:40.658" v="1" actId="34807"/>
          <ac:spMkLst>
            <pc:docMk/>
            <pc:sldMk cId="3027104416" sldId="2563"/>
            <ac:spMk id="2" creationId="{BCF65AD4-F9AA-540E-6556-9E358613F9E2}"/>
          </ac:spMkLst>
        </pc:spChg>
        <pc:spChg chg="mod">
          <ac:chgData name="" userId="" providerId="" clId="Web-{F846A419-97CA-4884-8EFC-ED3F1130E5AA}" dt="2026-03-24T07:39:40.658" v="1" actId="34807"/>
          <ac:spMkLst>
            <pc:docMk/>
            <pc:sldMk cId="3027104416" sldId="2563"/>
            <ac:spMk id="4" creationId="{06FEFCFD-0024-3EE7-D970-FAB577E9A52A}"/>
          </ac:spMkLst>
        </pc:spChg>
        <pc:picChg chg="mod">
          <ac:chgData name="" userId="" providerId="" clId="Web-{F846A419-97CA-4884-8EFC-ED3F1130E5AA}" dt="2026-03-24T07:39:40.658" v="1" actId="34807"/>
          <ac:picMkLst>
            <pc:docMk/>
            <pc:sldMk cId="3027104416" sldId="2563"/>
            <ac:picMk id="5" creationId="{9CA930C6-C864-4C4D-8219-A97071060E03}"/>
          </ac:picMkLst>
        </pc:picChg>
      </pc:sldChg>
      <pc:sldChg chg="modSp add mod modTransition modClrScheme addAnim chgLayout">
        <pc:chgData name="" userId="" providerId="" clId="Web-{F846A419-97CA-4884-8EFC-ED3F1130E5AA}" dt="2026-03-24T07:39:40.658" v="7" actId="34807"/>
        <pc:sldMkLst>
          <pc:docMk/>
          <pc:sldMk cId="1466323424" sldId="2564"/>
        </pc:sldMkLst>
        <pc:spChg chg="mod">
          <ac:chgData name="" userId="" providerId="" clId="Web-{F846A419-97CA-4884-8EFC-ED3F1130E5AA}" dt="2026-03-24T07:39:40.658" v="1" actId="34807"/>
          <ac:spMkLst>
            <pc:docMk/>
            <pc:sldMk cId="1466323424" sldId="2564"/>
            <ac:spMk id="2" creationId="{15F7524D-4681-1381-AD29-7D50DC82ABFC}"/>
          </ac:spMkLst>
        </pc:spChg>
        <pc:spChg chg="mod">
          <ac:chgData name="" userId="" providerId="" clId="Web-{F846A419-97CA-4884-8EFC-ED3F1130E5AA}" dt="2026-03-24T07:39:40.658" v="1" actId="34807"/>
          <ac:spMkLst>
            <pc:docMk/>
            <pc:sldMk cId="1466323424" sldId="2564"/>
            <ac:spMk id="4" creationId="{34BE9DF9-53C1-2A4B-13AC-098704067320}"/>
          </ac:spMkLst>
        </pc:spChg>
        <pc:picChg chg="mod">
          <ac:chgData name="" userId="" providerId="" clId="Web-{F846A419-97CA-4884-8EFC-ED3F1130E5AA}" dt="2026-03-24T07:39:40.658" v="1" actId="34807"/>
          <ac:picMkLst>
            <pc:docMk/>
            <pc:sldMk cId="1466323424" sldId="2564"/>
            <ac:picMk id="5" creationId="{DBFD241C-ACB2-41C0-9192-6469AD18F74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3/24/2026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355778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Introducing Automated Audit Evidence Collection, Core Solution Summary</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199758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Automating audit evidence collection represents a transformative shift for operations, security, and compliance teams traditionally constrained by manual, repetitive, and error‑prone processes. Historically, teams such as T‑OPS spent multiple weeks manually capturing screenshots, compiling documents, validating timestamps, and ensuring data completeness across a diverse range of configuration items (CIs), including both Windows and Linux systems. This manual approach introduced several challenges including inconsistent formatting, difficulty maintaining chain of custody, increased audit rejection rates, and significant time pressure from external auditors. In contrast, the automated workflow built using IBM Concert delivers a unified, consistent, and highly reliable mechanism for collecting evidence across 40–80 CIs effortlessly. By incorporating SHA256 hashing, the solution ensures tamper‑proof data protection, guaranteeing that every artifact collected reflects authentic, verifiable system state at the precise moment of extraction—addressing major objections auditors often raise regarding integrity and authenticity. Furthermore, the system's end‑to‑end orchestration eliminates human intervention, thereby removing variations in data quality and drastically reducing turnaround time from weeks to hours. This automation not only strengthens compliance posture but also empowers teams like T‑SECOPS to validate evidence rapidly and maintain continuous readiness for scheduled or ad‑hoc external audits. Ultimately, this approach modernizes compliance operations, reduces operational strain, and establishes an audit‑ready environment aligned with next‑generation enterprise expectations.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176191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solution implemented through IBM Concert focuses on creating a seamless, intelligent, and verifiable pipeline for collecting audit evidence at scale. At its foundation, the workflow begins with authenticated access to IBM Concert, ensuring secure entry into the automation center. Users can import or select CI samples, define audit control requirements, and then submit requests that trigger automated collectors running across both Windows and Linux infrastructures. These collectors execute predefined evidence‑gathering scripts that extract relevant configuration parameters, control statuses, log snippets, and environmental attributes needed for compliance reporting. Once the evidence is captured, it is consolidated into a single HTML‑formatted report that presents CI details, control mappings, and captured evidence in a clean, auditor‑friendly layout designed to eliminate back‑and‑forth clarification cycles. A ZIP archive is then assembled containing the report and supporting artifacts, accompanied by a SHA256 hash that cryptographically secures the chain of custody. This hash ensures that any unauthorized data manipulation becomes immediately detectable by auditors or validating teams. The automated delivery system distributes the final package directly to T‑OPS and T‑SECOPS via email for validation before submission to external auditors. By ensuring 100% data integrity, uniform formatting, and zero human touch points, the solution consistently delivers 0% rejection rates, vastly improved audit experiences, and significant time savings compared to manual processes.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333639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795E4919-E033-41C8-AEE2-17504250F7D3}" type="datetime1">
              <a:rPr lang="en-US" smtClean="0"/>
              <a:t>3/24/2026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7" name="Rectangle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2657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r>
              <a:rPr lang="en-US"/>
              <a:t>Presentation title</a:t>
            </a:r>
            <a:endParaRPr lang="en-US" dirty="0"/>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35F68458-1A7A-4A29-A16B-4424C6D3B5E6}" type="datetime1">
              <a:rPr lang="en-US" smtClean="0"/>
              <a:pPr/>
              <a:t>3/24/2026</a:t>
            </a:fld>
            <a:endParaRPr lang="en-US" dirty="0"/>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96809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a:r>
              <a:rPr lang="en-US" dirty="0"/>
              <a:t>Click to edit Master title style</a:t>
            </a:r>
          </a:p>
        </p:txBody>
      </p:sp>
      <p:sp>
        <p:nvSpPr>
          <p:cNvPr id="7" name="Subtitle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a:lstStyle/>
          <a:p>
            <a:fld id="{E154CBDD-12B5-42B3-8744-E368527C5234}"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a:lstStyle/>
          <a:p>
            <a:fld id="{AEAA3239-9EA4-4A65-A281-97F994456D9F}" type="slidenum">
              <a:rPr lang="en-US" smtClean="0"/>
              <a:t>‹#›</a:t>
            </a:fld>
            <a:endParaRPr lang="en-US" dirty="0"/>
          </a:p>
        </p:txBody>
      </p:sp>
      <p:sp>
        <p:nvSpPr>
          <p:cNvPr id="33" name="Rectangle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62813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anchor="b">
            <a:normAutofit/>
          </a:bodyPr>
          <a:lstStyle>
            <a:lvl1pPr>
              <a:defRPr sz="7200" cap="all" baseline="0"/>
            </a:lvl1pPr>
          </a:lstStyle>
          <a:p>
            <a:r>
              <a:rPr lang="en-US" dirty="0"/>
              <a:t>Click to edit Master title style</a:t>
            </a:r>
          </a:p>
        </p:txBody>
      </p:sp>
      <p:sp>
        <p:nvSpPr>
          <p:cNvPr id="12" name="Subtitle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a:lstStyle/>
          <a:p>
            <a:fld id="{087CC088-4090-4963-BC4C-B0CE10E22E2D}"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8403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6F2562D4-D383-4177-95F1-F65B47D1CEF7}" type="datetime1">
              <a:rPr lang="en-US" smtClean="0"/>
              <a:t>3/24/2026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786385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a:lstStyle>
            <a:lvl1pPr>
              <a:defRPr>
                <a:solidFill>
                  <a:schemeClr val="bg1"/>
                </a:solidFill>
                <a:effectLst/>
              </a:defRPr>
            </a:lvl1pPr>
          </a:lstStyle>
          <a:p>
            <a:fld id="{553FCE35-EF6C-4066-94B9-FDC76A5D930F}"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8" name="Rectangle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3006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99C7A302-1799-4123-960A-AC3BB0278DAE}"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9" name="Rectangle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6912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a:lstStyle/>
          <a:p>
            <a:fld id="{190C6F8C-60CC-4202-91FF-CD1CCD20CDA6}" type="datetime1">
              <a:rPr lang="en-US" smtClean="0"/>
              <a:t>3/24/2026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a:lstStyle/>
          <a:p>
            <a:fld id="{AEAA3239-9EA4-4A65-A281-97F994456D9F}" type="slidenum">
              <a:rPr lang="en-US" smtClean="0"/>
              <a:t>‹#›</a:t>
            </a:fld>
            <a:endParaRPr lang="en-US" dirty="0"/>
          </a:p>
        </p:txBody>
      </p:sp>
      <p:sp>
        <p:nvSpPr>
          <p:cNvPr id="35" name="Picture Placeholder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6" name="Rectangle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6639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anchor="b">
            <a:noAutofit/>
          </a:bodyPr>
          <a:lstStyle>
            <a:lvl1pPr>
              <a:defRPr sz="7200" cap="all" baseline="0"/>
            </a:lvl1pPr>
          </a:lstStyle>
          <a:p>
            <a:r>
              <a:rPr lang="en-US" dirty="0"/>
              <a:t>Click to edit Master title style</a:t>
            </a:r>
          </a:p>
        </p:txBody>
      </p:sp>
      <p:sp>
        <p:nvSpPr>
          <p:cNvPr id="11" name="Subtitle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p>
            <a:fld id="{00DF5560-89AD-437A-9E84-F44AEC0D58FA}"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p>
            <a:fld id="{AEAA3239-9EA4-4A65-A281-97F994456D9F}" type="slidenum">
              <a:rPr lang="en-US" smtClean="0"/>
              <a:t>‹#›</a:t>
            </a:fld>
            <a:endParaRPr lang="en-US" dirty="0"/>
          </a:p>
        </p:txBody>
      </p:sp>
      <p:sp>
        <p:nvSpPr>
          <p:cNvPr id="38" name="Picture Placeholder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9" name="Rectangle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2959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6">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a:noAutofit/>
          </a:bodyPr>
          <a:lstStyle>
            <a:lvl1pPr>
              <a:defRPr sz="7200" cap="all" baseline="0">
                <a:solidFill>
                  <a:schemeClr val="bg1"/>
                </a:solidFill>
              </a:defRPr>
            </a:lvl1pPr>
          </a:lstStyle>
          <a:p>
            <a:r>
              <a:rPr lang="en-US" dirty="0"/>
              <a:t>Click to edit Master title style</a:t>
            </a:r>
          </a:p>
        </p:txBody>
      </p:sp>
      <p:sp>
        <p:nvSpPr>
          <p:cNvPr id="13" name="Subtitle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lvl1pPr>
              <a:defRPr>
                <a:solidFill>
                  <a:schemeClr val="bg1"/>
                </a:solidFill>
              </a:defRPr>
            </a:lvl1pPr>
          </a:lstStyle>
          <a:p>
            <a:fld id="{71FB5146-A057-4912-9A0A-2FE6D6C56141}"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44" name="Picture Placeholder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8" name="Freeform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378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7">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anchor="b">
            <a:noAutofit/>
          </a:bodyPr>
          <a:lstStyle>
            <a:lvl1pPr>
              <a:defRPr sz="7200" cap="all"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5" name="Picture Placeholder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a:lstStyle>
            <a:lvl1pPr>
              <a:defRPr>
                <a:solidFill>
                  <a:schemeClr val="bg1"/>
                </a:solidFill>
              </a:defRPr>
            </a:lvl1pPr>
          </a:lstStyle>
          <a:p>
            <a:fld id="{63F95F04-801A-4580-BC26-D705AEBD4783}"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10" name="Freeform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35775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34E88643-CA1F-4663-8C06-BD5ECF50899D}" type="datetime1">
              <a:rPr lang="en-US" smtClean="0"/>
              <a:t>3/24/2026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181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CB73E6FC-8E19-48D4-B829-246931AD4AF3}" type="datetime1">
              <a:rPr lang="en-US" smtClean="0"/>
              <a:t>3/24/2026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569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a:lstStyle>
            <a:lvl1pPr>
              <a:defRPr>
                <a:solidFill>
                  <a:schemeClr val="tx2"/>
                </a:solidFill>
              </a:defRPr>
            </a:lvl1pPr>
          </a:lstStyle>
          <a:p>
            <a:fld id="{D00CEFBA-160C-4799-BD15-C032D631B769}" type="datetime1">
              <a:rPr lang="en-US" smtClean="0"/>
              <a:t>3/24/2026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73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20AF2805-09FE-4E19-BD3D-273F9C4FB4DD}" type="datetime1">
              <a:rPr lang="en-US" smtClean="0"/>
              <a:t>3/24/2026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8597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a:lstStyle>
            <a:lvl1pPr>
              <a:defRPr cap="all" baseline="0"/>
            </a:lvl1pPr>
          </a:lstStyle>
          <a:p>
            <a:r>
              <a:rPr lang="en-US" dirty="0"/>
              <a:t>Click to edit Master title style</a:t>
            </a:r>
          </a:p>
        </p:txBody>
      </p:sp>
      <p:sp>
        <p:nvSpPr>
          <p:cNvPr id="33" name="Rectangle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a:lstStyle>
            <a:lvl1pPr>
              <a:defRPr>
                <a:solidFill>
                  <a:schemeClr val="tx2"/>
                </a:solidFill>
              </a:defRPr>
            </a:lvl1pPr>
          </a:lstStyle>
          <a:p>
            <a:fld id="{91916611-30DD-4F0D-BDC3-078E01EB801A}" type="datetime1">
              <a:rPr lang="en-US" smtClean="0"/>
              <a:t>3/24/2026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Freeform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0196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849E5F1-9C7C-41DD-B083-40CE4B6B6609}" type="datetime1">
              <a:rPr lang="en-US" smtClean="0"/>
              <a:t>3/24/2026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306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1E532691-8605-4D75-9B37-0F29951CF35A}" type="datetime1">
              <a:rPr lang="en-US" smtClean="0"/>
              <a:t>3/24/2026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86174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CE22925B-E537-4894-A5C9-5FB557DF6FFB}" type="datetime1">
              <a:rPr lang="en-US" smtClean="0"/>
              <a:t>3/24/2026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80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F504E6F-5E20-457A-A4D7-010D88E2AB6A}" type="datetime1">
              <a:rPr lang="en-US" smtClean="0"/>
              <a:t>3/24/2026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6871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1533F4C8-FF6A-458A-9544-1F0DF90A3B6B}" type="datetime1">
              <a:rPr lang="en-US" smtClean="0"/>
              <a:t>3/24/2026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788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a:lstStyle>
            <a:lvl1pPr>
              <a:defRPr>
                <a:solidFill>
                  <a:schemeClr val="tx2"/>
                </a:solidFill>
              </a:defRPr>
            </a:lvl1pPr>
          </a:lstStyle>
          <a:p>
            <a:r>
              <a:rPr lang="en-US"/>
              <a:t>Presentation title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a:lstStyle>
            <a:lvl1pPr>
              <a:defRPr>
                <a:solidFill>
                  <a:schemeClr val="tx2"/>
                </a:solidFill>
              </a:defRPr>
            </a:lvl1pPr>
          </a:lstStyle>
          <a:p>
            <a:fld id="{A036458B-3648-49BD-A4D6-0F9088BB7776}" type="datetime1">
              <a:rPr lang="en-US" smtClean="0"/>
              <a:t>3/24/2026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Picture Placeholder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61041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2A1E8540-4D23-42CD-8A63-F2EAD91093A7}" type="datetime1">
              <a:rPr lang="en-US" smtClean="0"/>
              <a:t>3/24/2026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5" name="Freeform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0057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73B456EB-19FD-4A38-8010-F86DE924658C}" type="datetime1">
              <a:rPr lang="en-US" smtClean="0"/>
              <a:t>3/24/2026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1455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anchor="b">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a:lstStyle>
            <a:lvl1pPr>
              <a:defRPr>
                <a:solidFill>
                  <a:schemeClr val="tx2"/>
                </a:solidFill>
                <a:effectLst/>
              </a:defRPr>
            </a:lvl1pPr>
          </a:lstStyle>
          <a:p>
            <a:fld id="{82FD4696-74E2-4970-BC78-F6CE4130DF59}"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3" name="Freeform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889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71ADCD4E-3EB5-4828-8896-DAF01418F813}"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AEAA3239-9EA4-4A65-A281-97F994456D9F}"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5961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anchor="t">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a:lstStyle>
            <a:lvl1pPr>
              <a:defRPr>
                <a:solidFill>
                  <a:schemeClr val="tx2"/>
                </a:solidFill>
              </a:defRPr>
            </a:lvl1pPr>
          </a:lstStyle>
          <a:p>
            <a:fld id="{A620E8D4-9784-4902-913C-374378762F57}" type="datetime1">
              <a:rPr lang="en-US" smtClean="0"/>
              <a:t>3/24/2026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Freeform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350037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A48BB81F-FF8D-4CDB-8C81-6D8C7DBC8B8C}" type="datetime1">
              <a:rPr lang="en-US" smtClean="0"/>
              <a:t>3/24/2026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65066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CD491FD6-320B-4F77-8F99-6D2F5BCDF640}"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09097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a:lstStyle>
            <a:lvl1pPr>
              <a:defRPr>
                <a:solidFill>
                  <a:schemeClr val="tx2"/>
                </a:solidFill>
                <a:effectLst/>
              </a:defRPr>
            </a:lvl1pPr>
          </a:lstStyle>
          <a:p>
            <a:fld id="{864B6C62-EAB8-4FD5-A3F3-DE2355691BC8}"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6" name="Picture Placeholder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7" name="Freeform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4718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033A7FD-07F9-4FAA-B120-4F4AB0134804}"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8000123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708C1C0-E3FE-42AC-82A3-E6DC4F473B5F}"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76743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a:lstStyle>
            <a:lvl1pPr>
              <a:defRPr>
                <a:solidFill>
                  <a:schemeClr val="tx2"/>
                </a:solidFill>
              </a:defRPr>
            </a:lvl1pPr>
          </a:lstStyle>
          <a:p>
            <a:fld id="{2E239508-6CC3-49FE-83E6-A4065CA8777B}"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4310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a:lstStyle>
            <a:lvl1pPr>
              <a:defRPr>
                <a:solidFill>
                  <a:schemeClr val="tx2"/>
                </a:solidFill>
              </a:defRPr>
            </a:lvl1pPr>
          </a:lstStyle>
          <a:p>
            <a:fld id="{FF5E1F8C-A11C-4B7E-B523-87C003E86ACE}" type="datetime1">
              <a:rPr lang="en-US" smtClean="0"/>
              <a:t>3/24/2026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3" name="Rectangle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52225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a:lstStyle>
            <a:lvl1pPr>
              <a:defRPr>
                <a:solidFill>
                  <a:schemeClr val="tx2"/>
                </a:solidFill>
              </a:defRPr>
            </a:lvl1pPr>
          </a:lstStyle>
          <a:p>
            <a:fld id="{92E987CE-97DC-4010-9BA9-B6C1C088F588}" type="datetime1">
              <a:rPr lang="en-US" smtClean="0"/>
              <a:t>3/24/2026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988026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3EEA351-3479-4085-8F9E-571D48233D05}" type="datetime1">
              <a:rPr lang="en-US" smtClean="0"/>
              <a:t>3/24/2026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200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a:lstStyle>
            <a:lvl1pPr>
              <a:defRPr>
                <a:solidFill>
                  <a:schemeClr val="tx2"/>
                </a:solidFill>
              </a:defRPr>
            </a:lvl1pPr>
          </a:lstStyle>
          <a:p>
            <a:fld id="{DDF7C43B-089F-44C0-B681-481CCE0137A5}"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4747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F7018939-3725-45C4-8448-060C1C945770}" type="datetime1">
              <a:rPr lang="en-US" smtClean="0"/>
              <a:t>3/24/2026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7529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A5A68E59-4168-43B1-871D-9D793958CB73}" type="datetime1">
              <a:rPr lang="en-US" smtClean="0"/>
              <a:t>3/24/2026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2162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anchor="b">
            <a:normAutofit/>
          </a:bodyPr>
          <a:lstStyle>
            <a:lvl1pPr>
              <a:defRPr sz="2000" b="1"/>
            </a:lvl1pPr>
          </a:lstStyle>
          <a:p>
            <a:r>
              <a:rPr lang="en-US" dirty="0"/>
              <a:t>Click to edit Master title style</a:t>
            </a:r>
          </a:p>
        </p:txBody>
      </p:sp>
      <p:sp>
        <p:nvSpPr>
          <p:cNvPr id="11" name="Content Placeholder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anchor="b">
            <a:noAutofit/>
          </a:bodyPr>
          <a:lstStyle>
            <a:lvl1pPr marL="0" indent="0">
              <a:buNone/>
              <a:defRPr sz="30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0C77307-365E-4277-817C-B4BE1A525D2E}" type="datetime1">
              <a:rPr lang="en-US" smtClean="0"/>
              <a:t>3/24/2026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Rectangle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7621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anchor="b">
            <a:normAutofit/>
          </a:bodyPr>
          <a:lstStyle>
            <a:lvl1pPr>
              <a:defRPr sz="2000" b="1"/>
            </a:lvl1pPr>
          </a:lstStyle>
          <a:p>
            <a:r>
              <a:rPr lang="en-US" dirty="0"/>
              <a:t>Click to edit Master title style</a:t>
            </a:r>
          </a:p>
        </p:txBody>
      </p:sp>
      <p:sp>
        <p:nvSpPr>
          <p:cNvPr id="9" name="Content Placeholder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a:normAutofit/>
          </a:bodyPr>
          <a:lstStyle>
            <a:lvl1pPr marL="0" indent="0">
              <a:buNone/>
              <a:defRPr sz="25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a:lstStyle>
            <a:lvl1pPr>
              <a:defRPr>
                <a:solidFill>
                  <a:schemeClr val="tx2"/>
                </a:solidFill>
              </a:defRPr>
            </a:lvl1pPr>
          </a:lstStyle>
          <a:p>
            <a:fld id="{59233825-4D0E-421F-BAE1-73001CD26D08}" type="datetime1">
              <a:rPr lang="en-US" smtClean="0"/>
              <a:t>3/24/2026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14412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3C8A96B5-6C84-4F87-863B-82F8A700BDB6}" type="datetime1">
              <a:rPr lang="en-US" smtClean="0"/>
              <a:t>3/24/2026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570102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9" name="Date Placeholder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a:lstStyle/>
          <a:p>
            <a:fld id="{C0792C66-3CB6-49EE-BE61-4783D75F2D63}" type="datetime1">
              <a:rPr lang="en-US" smtClean="0"/>
              <a:t>3/24/2026</a:t>
            </a:fld>
            <a:endParaRPr lang="en-US" dirty="0"/>
          </a:p>
        </p:txBody>
      </p:sp>
      <p:sp>
        <p:nvSpPr>
          <p:cNvPr id="11" name="Slide Number Placeholder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0377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a:lstStyle>
            <a:lvl1pPr>
              <a:defRPr>
                <a:solidFill>
                  <a:schemeClr val="bg1"/>
                </a:solidFill>
              </a:defRPr>
            </a:lvl1pPr>
          </a:lstStyle>
          <a:p>
            <a:fld id="{F91FC74F-A55B-49F7-BC3A-4C99B80A48ED}" type="datetime1">
              <a:rPr lang="en-US" smtClean="0"/>
              <a:t>3/24/2026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1706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0380565A-AEC2-4981-9BC9-2BD45633EEB3}" type="datetime1">
              <a:rPr lang="en-US" smtClean="0"/>
              <a:t>3/24/2026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95604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anchor="b">
            <a:normAutofit/>
          </a:bodyPr>
          <a:lstStyle>
            <a:lvl1pPr>
              <a:defRPr sz="2000">
                <a:solidFill>
                  <a:schemeClr val="bg2"/>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a:lstStyle>
            <a:lvl1pPr>
              <a:defRPr>
                <a:solidFill>
                  <a:schemeClr val="bg2"/>
                </a:solidFill>
              </a:defRPr>
            </a:lvl1pPr>
          </a:lstStyle>
          <a:p>
            <a:fld id="{1702AA61-FBFD-44C6-AF01-DB4C26C9E4A0}" type="datetime1">
              <a:rPr lang="en-US" smtClean="0"/>
              <a:t>3/24/2026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003965"/>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anchor="b">
            <a:normAutofit/>
          </a:bodyPr>
          <a:lstStyle>
            <a:lvl1pPr>
              <a:defRPr sz="20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a:lstStyle/>
          <a:p>
            <a:fld id="{F6969E0B-AA8D-4EF2-A24C-BEB60200443D}" type="datetime1">
              <a:rPr lang="en-US" smtClean="0"/>
              <a:t>3/24/2026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6" name="Rectangle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28283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dirty="0"/>
              <a:t>Click to edit Master title style</a:t>
            </a:r>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0114CA0-7CEA-48F6-8B27-4A03BEF1B362}" type="datetime1">
              <a:rPr lang="en-US" smtClean="0"/>
              <a:t>3/24/2026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AEAA3239-9EA4-4A65-A281-97F994456D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6614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1EDD8A06-915F-45A0-B576-0929C47FD8AE}" type="datetime1">
              <a:rPr lang="en-US" smtClean="0"/>
              <a:t>3/24/2026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57842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74D05E5D-68FD-447C-A2DD-5EC26B56527F}" type="datetime1">
              <a:rPr lang="en-US" smtClean="0"/>
              <a:t>3/24/2026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76049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E5D97B4D-FF2F-4402-9FD4-AE767FCF1FF3}" type="datetime1">
              <a:rPr lang="en-US" smtClean="0"/>
              <a:t>3/24/2026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7844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a:lstStyle/>
          <a:p>
            <a:fld id="{9CF624E3-F692-4ABF-8B9A-804B11213B17}" type="datetime1">
              <a:rPr lang="en-US" smtClean="0"/>
              <a:t>3/24/2026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32842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a:lstStyle/>
          <a:p>
            <a:fld id="{09586136-1724-4889-B6EA-E52CF969ADAD}" type="datetime1">
              <a:rPr lang="en-US" smtClean="0"/>
              <a:t>3/24/2026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a:lstStyle/>
          <a:p>
            <a:fld id="{AEAA3239-9EA4-4A65-A281-97F994456D9F}" type="slidenum">
              <a:rPr lang="en-US" smtClean="0"/>
              <a:t>‹#›</a:t>
            </a:fld>
            <a:endParaRPr lang="en-US" dirty="0"/>
          </a:p>
        </p:txBody>
      </p:sp>
      <p:sp>
        <p:nvSpPr>
          <p:cNvPr id="35" name="Rectangle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35770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FC57766D-ED87-4A0C-9B23-F4979C5AA24E}" type="datetime1">
              <a:rPr lang="en-US" smtClean="0"/>
              <a:t>3/24/2026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040353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01450B2-75D0-4277-B6D7-7B5D301DCF72}" type="datetime1">
              <a:rPr lang="en-US" smtClean="0"/>
              <a:t>3/24/2026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94529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5F68458-1A7A-4A29-A16B-4424C6D3B5E6}" type="datetime1">
              <a:rPr lang="en-US" smtClean="0"/>
              <a:pPr/>
              <a:t>3/24/2026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39175978"/>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7" r:id="rId14"/>
    <p:sldLayoutId id="2147483966" r:id="rId15"/>
    <p:sldLayoutId id="2147483968" r:id="rId16"/>
    <p:sldLayoutId id="2147483969" r:id="rId17"/>
    <p:sldLayoutId id="2147483970" r:id="rId18"/>
    <p:sldLayoutId id="2147483971" r:id="rId19"/>
    <p:sldLayoutId id="2147483972" r:id="rId20"/>
    <p:sldLayoutId id="2147483973" r:id="rId21"/>
    <p:sldLayoutId id="2147483974" r:id="rId22"/>
    <p:sldLayoutId id="2147483975" r:id="rId23"/>
    <p:sldLayoutId id="2147483976" r:id="rId24"/>
    <p:sldLayoutId id="2147483977" r:id="rId25"/>
    <p:sldLayoutId id="2147483978" r:id="rId26"/>
    <p:sldLayoutId id="2147483979" r:id="rId27"/>
    <p:sldLayoutId id="2147483980" r:id="rId28"/>
    <p:sldLayoutId id="2147483981" r:id="rId29"/>
    <p:sldLayoutId id="2147483982" r:id="rId30"/>
    <p:sldLayoutId id="2147483983" r:id="rId31"/>
    <p:sldLayoutId id="2147483984" r:id="rId32"/>
    <p:sldLayoutId id="2147483985" r:id="rId33"/>
    <p:sldLayoutId id="2147483986" r:id="rId34"/>
    <p:sldLayoutId id="2147483987" r:id="rId35"/>
    <p:sldLayoutId id="2147483988" r:id="rId36"/>
    <p:sldLayoutId id="2147483989" r:id="rId37"/>
    <p:sldLayoutId id="2147483990" r:id="rId38"/>
    <p:sldLayoutId id="2147483991" r:id="rId39"/>
    <p:sldLayoutId id="2147483992" r:id="rId40"/>
    <p:sldLayoutId id="2147483993" r:id="rId41"/>
    <p:sldLayoutId id="2147483994" r:id="rId42"/>
    <p:sldLayoutId id="2147483995" r:id="rId43"/>
    <p:sldLayoutId id="2147484008" r:id="rId44"/>
    <p:sldLayoutId id="2147483997" r:id="rId45"/>
    <p:sldLayoutId id="2147483998" r:id="rId46"/>
    <p:sldLayoutId id="2147483999" r:id="rId47"/>
    <p:sldLayoutId id="2147484000" r:id="rId48"/>
    <p:sldLayoutId id="2147484001" r:id="rId49"/>
    <p:sldLayoutId id="2147484002" r:id="rId50"/>
    <p:sldLayoutId id="2147484003" r:id="rId51"/>
    <p:sldLayoutId id="2147484004" r:id="rId52"/>
    <p:sldLayoutId id="2147484005" r:id="rId53"/>
    <p:sldLayoutId id="2147484006" r:id="rId54"/>
    <p:sldLayoutId id="2147484007"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8C859-68EF-9440-6BB6-79A25B726E7F}"/>
              </a:ext>
            </a:extLst>
          </p:cNvPr>
          <p:cNvSpPr>
            <a:spLocks noGrp="1"/>
          </p:cNvSpPr>
          <p:nvPr>
            <p:ph type="ctrTitle"/>
          </p:nvPr>
        </p:nvSpPr>
        <p:spPr>
          <a:xfrm>
            <a:off x="533400" y="1016955"/>
            <a:ext cx="4429126" cy="3331896"/>
          </a:xfrm>
        </p:spPr>
        <p:txBody>
          <a:bodyPr anchor="t">
            <a:normAutofit/>
          </a:bodyPr>
          <a:lstStyle/>
          <a:p>
            <a:r>
              <a:rPr lang="en-US"/>
              <a:t>Audit Evidence Automation Slide Deck</a:t>
            </a:r>
          </a:p>
        </p:txBody>
      </p:sp>
      <p:sp>
        <p:nvSpPr>
          <p:cNvPr id="3" name="Subtitle 2">
            <a:extLst>
              <a:ext uri="{FF2B5EF4-FFF2-40B4-BE49-F238E27FC236}">
                <a16:creationId xmlns:a16="http://schemas.microsoft.com/office/drawing/2014/main" id="{770E00D1-87B3-327E-B09B-544FFF389349}"/>
              </a:ext>
            </a:extLst>
          </p:cNvPr>
          <p:cNvSpPr>
            <a:spLocks noGrp="1"/>
          </p:cNvSpPr>
          <p:nvPr>
            <p:ph type="subTitle" idx="1"/>
          </p:nvPr>
        </p:nvSpPr>
        <p:spPr>
          <a:xfrm>
            <a:off x="533400" y="4846320"/>
            <a:ext cx="3174160" cy="1465319"/>
          </a:xfrm>
        </p:spPr>
        <p:txBody>
          <a:bodyPr anchor="b">
            <a:normAutofit/>
          </a:bodyPr>
          <a:lstStyle/>
          <a:p>
            <a:r>
              <a:rPr lang="en-US"/>
              <a:t>Enhancing audit processes through automated evidence collection</a:t>
            </a:r>
          </a:p>
        </p:txBody>
      </p:sp>
      <p:pic>
        <p:nvPicPr>
          <p:cNvPr id="4" name="Picture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5CAEF33B-DE8C-40CC-A2C9-164A3ABB17BC}"/>
              </a:ext>
            </a:extLst>
          </p:cNvPr>
          <p:cNvPicPr>
            <a:picLocks noChangeAspect="1"/>
          </p:cNvPicPr>
          <p:nvPr/>
        </p:nvPicPr>
        <p:blipFill>
          <a:blip r:embed="rId3"/>
          <a:srcRect l="13194" r="11970"/>
          <a:stretch>
            <a:fillRect/>
          </a:stretch>
        </p:blipFill>
        <p:spPr>
          <a:xfrm>
            <a:off x="5348910" y="10"/>
            <a:ext cx="6843089" cy="685799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p:spPr>
      </p:pic>
    </p:spTree>
    <p:extLst>
      <p:ext uri="{BB962C8B-B14F-4D97-AF65-F5344CB8AC3E}">
        <p14:creationId xmlns:p14="http://schemas.microsoft.com/office/powerpoint/2010/main" val="414952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07758-2927-3115-AE32-3FF3C7A1306E}"/>
              </a:ext>
            </a:extLst>
          </p:cNvPr>
          <p:cNvSpPr>
            <a:spLocks noGrp="1"/>
          </p:cNvSpPr>
          <p:nvPr>
            <p:ph type="ctrTitle"/>
          </p:nvPr>
        </p:nvSpPr>
        <p:spPr>
          <a:xfrm>
            <a:off x="533400" y="1143000"/>
            <a:ext cx="8576636" cy="5271008"/>
          </a:xfrm>
        </p:spPr>
        <p:txBody>
          <a:bodyPr anchor="b">
            <a:normAutofit/>
          </a:bodyPr>
          <a:lstStyle/>
          <a:p>
            <a:r>
              <a:rPr lang="en-US"/>
              <a:t>Audit Evidence Automation Overview</a:t>
            </a:r>
          </a:p>
        </p:txBody>
      </p:sp>
    </p:spTree>
    <p:extLst>
      <p:ext uri="{BB962C8B-B14F-4D97-AF65-F5344CB8AC3E}">
        <p14:creationId xmlns:p14="http://schemas.microsoft.com/office/powerpoint/2010/main" val="324544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65AD4-F9AA-540E-6556-9E358613F9E2}"/>
              </a:ext>
            </a:extLst>
          </p:cNvPr>
          <p:cNvSpPr>
            <a:spLocks noGrp="1"/>
          </p:cNvSpPr>
          <p:nvPr>
            <p:ph type="title"/>
          </p:nvPr>
        </p:nvSpPr>
        <p:spPr>
          <a:xfrm>
            <a:off x="533399" y="1016955"/>
            <a:ext cx="4810129" cy="1269482"/>
          </a:xfrm>
        </p:spPr>
        <p:txBody>
          <a:bodyPr anchor="t">
            <a:normAutofit/>
          </a:bodyPr>
          <a:lstStyle/>
          <a:p>
            <a:r>
              <a:rPr lang="en-US" sz="2800"/>
              <a:t>Introducing Automated Audit Evidence Collection</a:t>
            </a:r>
          </a:p>
        </p:txBody>
      </p:sp>
      <p:pic>
        <p:nvPicPr>
          <p:cNvPr id="5" name="Content Placeholder 4" descr="Rules for compliance with policies business">
            <a:extLst>
              <a:ext uri="{FF2B5EF4-FFF2-40B4-BE49-F238E27FC236}">
                <a16:creationId xmlns:a16="http://schemas.microsoft.com/office/drawing/2014/main" id="{9CA930C6-C864-4C4D-8219-A97071060E03}"/>
              </a:ext>
            </a:extLst>
          </p:cNvPr>
          <p:cNvPicPr>
            <a:picLocks noGrp="1" noChangeAspect="1"/>
          </p:cNvPicPr>
          <p:nvPr>
            <p:ph type="pic" sz="quarter" idx="13"/>
          </p:nvPr>
        </p:nvPicPr>
        <p:blipFill>
          <a:blip r:embed="rId3"/>
          <a:stretch/>
        </p:blipFill>
        <p:spPr>
          <a:xfrm>
            <a:off x="634030" y="2787322"/>
            <a:ext cx="4709498" cy="3143589"/>
          </a:xfrm>
        </p:spPr>
      </p:pic>
      <p:sp>
        <p:nvSpPr>
          <p:cNvPr id="4" name="Content Placeholder 3">
            <a:extLst>
              <a:ext uri="{FF2B5EF4-FFF2-40B4-BE49-F238E27FC236}">
                <a16:creationId xmlns:a16="http://schemas.microsoft.com/office/drawing/2014/main" id="{06FEFCFD-0024-3EE7-D970-FAB577E9A52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Challenges of Manual Audit</a:t>
            </a:r>
          </a:p>
          <a:p>
            <a:pPr marL="0" lvl="1" indent="0">
              <a:buFont typeface="Arial" panose="020B0604020202020204" pitchFamily="34" charset="0"/>
              <a:buNone/>
            </a:pPr>
            <a:r>
              <a:t>Manual audit evidence collection is time-consuming, error-prone, and causes inconsistent data and high audit rejection rates.</a:t>
            </a:r>
            <a:endParaRPr lang="en-US"/>
          </a:p>
          <a:p>
            <a:pPr marL="0" indent="0">
              <a:spcBef>
                <a:spcPts val="2500"/>
              </a:spcBef>
              <a:buFont typeface="Arial" panose="020B0604020202020204" pitchFamily="34" charset="0"/>
              <a:buNone/>
            </a:pPr>
            <a:r>
              <a:rPr lang="en-US" b="1"/>
              <a:t>Automated Workflow Benefits</a:t>
            </a:r>
          </a:p>
          <a:p>
            <a:pPr marL="0" lvl="1" indent="0">
              <a:buFont typeface="Arial" panose="020B0604020202020204" pitchFamily="34" charset="0"/>
              <a:buNone/>
            </a:pPr>
            <a:r>
              <a:t>Automation streamlines evidence collection across multiple systems, ensuring consistency and reliability in audit data.</a:t>
            </a:r>
            <a:endParaRPr lang="en-US"/>
          </a:p>
          <a:p>
            <a:pPr marL="0" indent="0">
              <a:spcBef>
                <a:spcPts val="2500"/>
              </a:spcBef>
              <a:buFont typeface="Arial" panose="020B0604020202020204" pitchFamily="34" charset="0"/>
              <a:buNone/>
            </a:pPr>
            <a:r>
              <a:rPr lang="en-US" b="1"/>
              <a:t>Tamper-Proof Data Integrity</a:t>
            </a:r>
          </a:p>
          <a:p>
            <a:pPr marL="0" lvl="1" indent="0">
              <a:buFont typeface="Arial" panose="020B0604020202020204" pitchFamily="34" charset="0"/>
              <a:buNone/>
            </a:pPr>
            <a:r>
              <a:t>Incorporating SHA256 hashing guarantees tamper-proof, authentic evidence trusted by auditors for compliance validation.</a:t>
            </a:r>
            <a:endParaRPr lang="en-US"/>
          </a:p>
          <a:p>
            <a:pPr marL="0" indent="0">
              <a:spcBef>
                <a:spcPts val="2500"/>
              </a:spcBef>
              <a:buFont typeface="Arial" panose="020B0604020202020204" pitchFamily="34" charset="0"/>
              <a:buNone/>
            </a:pPr>
            <a:r>
              <a:rPr lang="en-US" b="1"/>
              <a:t>Faster Audit Readiness</a:t>
            </a:r>
          </a:p>
          <a:p>
            <a:pPr marL="0" lvl="1" indent="0">
              <a:buFont typeface="Arial" panose="020B0604020202020204" pitchFamily="34" charset="0"/>
              <a:buNone/>
            </a:pPr>
            <a:r>
              <a:t>End-to-end orchestration reduces turnaround time from weeks to hours, enabling rapid audit validation and continuous readiness.</a:t>
            </a:r>
            <a:endParaRPr lang="en-US"/>
          </a:p>
        </p:txBody>
      </p:sp>
    </p:spTree>
    <p:extLst>
      <p:ext uri="{BB962C8B-B14F-4D97-AF65-F5344CB8AC3E}">
        <p14:creationId xmlns:p14="http://schemas.microsoft.com/office/powerpoint/2010/main" val="3027104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7524D-4681-1381-AD29-7D50DC82ABFC}"/>
              </a:ext>
            </a:extLst>
          </p:cNvPr>
          <p:cNvSpPr>
            <a:spLocks noGrp="1"/>
          </p:cNvSpPr>
          <p:nvPr>
            <p:ph type="title"/>
          </p:nvPr>
        </p:nvSpPr>
        <p:spPr>
          <a:xfrm>
            <a:off x="533399" y="1016955"/>
            <a:ext cx="4810129" cy="1269482"/>
          </a:xfrm>
        </p:spPr>
        <p:txBody>
          <a:bodyPr anchor="t">
            <a:normAutofit/>
          </a:bodyPr>
          <a:lstStyle/>
          <a:p>
            <a:r>
              <a:rPr lang="en-US"/>
              <a:t>Core Solution Summary</a:t>
            </a:r>
          </a:p>
        </p:txBody>
      </p:sp>
      <p:pic>
        <p:nvPicPr>
          <p:cNvPr id="5" name="Content Placeholder 4" descr="Conceptual image representing digital software VPN computing technology">
            <a:extLst>
              <a:ext uri="{FF2B5EF4-FFF2-40B4-BE49-F238E27FC236}">
                <a16:creationId xmlns:a16="http://schemas.microsoft.com/office/drawing/2014/main" id="{DBFD241C-ACB2-41C0-9192-6469AD18F744}"/>
              </a:ext>
            </a:extLst>
          </p:cNvPr>
          <p:cNvPicPr>
            <a:picLocks noGrp="1" noChangeAspect="1"/>
          </p:cNvPicPr>
          <p:nvPr>
            <p:ph type="pic" sz="quarter" idx="13"/>
          </p:nvPr>
        </p:nvPicPr>
        <p:blipFill>
          <a:blip r:embed="rId3"/>
          <a:srcRect l="28936" r="1"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34BE9DF9-53C1-2A4B-13AC-0987040673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Secure Authentication and Access</a:t>
            </a:r>
          </a:p>
          <a:p>
            <a:pPr marL="0" lvl="1" indent="0">
              <a:buFont typeface="Arial" panose="020B0604020202020204" pitchFamily="34" charset="0"/>
              <a:buNone/>
            </a:pPr>
            <a:r>
              <a:t>Authenticated access ensures secure entry into the automation center, protecting audit workflows from unauthorized use.</a:t>
            </a:r>
            <a:endParaRPr lang="en-US"/>
          </a:p>
          <a:p>
            <a:pPr marL="0" indent="0">
              <a:spcBef>
                <a:spcPts val="2500"/>
              </a:spcBef>
              <a:buFont typeface="Arial" panose="020B0604020202020204" pitchFamily="34" charset="0"/>
              <a:buNone/>
            </a:pPr>
            <a:r>
              <a:rPr lang="en-US" b="1"/>
              <a:t>Automated Evidence Collection</a:t>
            </a:r>
          </a:p>
          <a:p>
            <a:pPr marL="0" lvl="1" indent="0">
              <a:buFont typeface="Arial" panose="020B0604020202020204" pitchFamily="34" charset="0"/>
              <a:buNone/>
            </a:pPr>
            <a:r>
              <a:t>Automated collectors run scripts across Windows and Linux to extract compliance data efficiently and accurately.</a:t>
            </a:r>
            <a:endParaRPr lang="en-US"/>
          </a:p>
          <a:p>
            <a:pPr marL="0" indent="0">
              <a:spcBef>
                <a:spcPts val="2500"/>
              </a:spcBef>
              <a:buFont typeface="Arial" panose="020B0604020202020204" pitchFamily="34" charset="0"/>
              <a:buNone/>
            </a:pPr>
            <a:r>
              <a:rPr lang="en-US" b="1"/>
              <a:t>Consolidated Audit Reporting</a:t>
            </a:r>
          </a:p>
          <a:p>
            <a:pPr marL="0" lvl="1" indent="0">
              <a:buFont typeface="Arial" panose="020B0604020202020204" pitchFamily="34" charset="0"/>
              <a:buNone/>
            </a:pPr>
            <a:r>
              <a:t>Collected evidence is compiled into a clean, HTML-formatted report for easy auditor review and reduced clarification cycles.</a:t>
            </a:r>
            <a:endParaRPr lang="en-US"/>
          </a:p>
          <a:p>
            <a:pPr marL="0" indent="0">
              <a:spcBef>
                <a:spcPts val="2500"/>
              </a:spcBef>
              <a:buFont typeface="Arial" panose="020B0604020202020204" pitchFamily="34" charset="0"/>
              <a:buNone/>
            </a:pPr>
            <a:r>
              <a:rPr lang="en-US" b="1"/>
              <a:t>Data Integrity and Delivery</a:t>
            </a:r>
          </a:p>
          <a:p>
            <a:pPr marL="0" lvl="1" indent="0">
              <a:buFont typeface="Arial" panose="020B0604020202020204" pitchFamily="34" charset="0"/>
              <a:buNone/>
            </a:pPr>
            <a:r>
              <a:t>SHA256 hash secures the chain of custody, ensuring tamper-evident delivery to operational and security teams.</a:t>
            </a:r>
            <a:endParaRPr lang="en-US"/>
          </a:p>
        </p:txBody>
      </p:sp>
    </p:spTree>
    <p:extLst>
      <p:ext uri="{BB962C8B-B14F-4D97-AF65-F5344CB8AC3E}">
        <p14:creationId xmlns:p14="http://schemas.microsoft.com/office/powerpoint/2010/main" val="1466323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4B99ED26-B189-4BA1-99D0-1112D8C2F106}">
  <ds:schemaRefs>
    <ds:schemaRef ds:uri="http://purl.org/dc/dcmitype/"/>
    <ds:schemaRef ds:uri="http://schemas.microsoft.com/office/2006/metadata/properties"/>
    <ds:schemaRef ds:uri="http://schemas.microsoft.com/office/infopath/2007/PartnerControls"/>
    <ds:schemaRef ds:uri="http://purl.org/dc/terms/"/>
    <ds:schemaRef ds:uri="http://purl.org/dc/elements/1.1/"/>
    <ds:schemaRef ds:uri="http://schemas.microsoft.com/office/2006/documentManagement/types"/>
    <ds:schemaRef ds:uri="http://schemas.microsoft.com/sharepoint/v3"/>
    <ds:schemaRef ds:uri="http://schemas.openxmlformats.org/package/2006/metadata/core-properties"/>
    <ds:schemaRef ds:uri="16c05727-aa75-4e4a-9b5f-8a80a1165891"/>
    <ds:schemaRef ds:uri="230e9df3-be65-4c73-a93b-d1236ebd677e"/>
    <ds:schemaRef ds:uri="71af3243-3dd4-4a8d-8c0d-dd76da1f02a5"/>
    <ds:schemaRef ds:uri="http://www.w3.org/XML/1998/namespace"/>
  </ds:schemaRefs>
</ds:datastoreItem>
</file>

<file path=customXml/itemProps3.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230</TotalTime>
  <Words>4</Words>
  <Application>Microsoft Office PowerPoint</Application>
  <PresentationFormat>Widescreen</PresentationFormat>
  <Paragraphs>2</Paragraphs>
  <Slides>4</Slides>
  <Notes>4</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Modulo</vt:lpstr>
      <vt:lpstr>Audit Evidence Automation Slide Deck</vt:lpstr>
      <vt:lpstr>Audit Evidence Automation Overview</vt:lpstr>
      <vt:lpstr>Introducing Automated Audit Evidence Collection</vt:lpstr>
      <vt:lpstr>Core Solution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2025-05-21T23:03:00Z</dcterms:created>
  <dcterms:modified xsi:type="dcterms:W3CDTF">2026-03-24T07:39:41Z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